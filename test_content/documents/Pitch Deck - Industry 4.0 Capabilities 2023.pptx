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INDUSTRY 4.0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</a:rPr>
              <a:t>Industry 4.0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Manufacturing &amp; Industry 4.0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Who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 leading technology consulting firm specialising in industrial digitalisation for manufacturing, process, and energy sectors across India and South-East Asia.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Founded 2008  |  2,400+ consultants  |  18 offices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₹3,200 Cr revenue (FY2023)  |  Listed on NSE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Deep OT/IT convergence expertise — not just IT consulting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South India practice: 300+ consultants in Chennai, Coimbatore, Kochi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Our Industry 4.0 Service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End-to-end manufacturing digitalisation across the full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Connected Factory &amp; IoT: sensor deployment, edge computing, OT networking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MES &amp; SCADA: implementation, integration, modernisation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ERP for Manufacturing: SAP S/4HANA, Oracle Cloud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Advanced Analytics &amp; AI: predictive maintenance, quality ML, demand forecasting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Digital Twin: process simulation, capacity planning, maintenance optimisation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ESG &amp; Sustainability: energy monitoring, carbon accounting, BRSR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Key Differentiators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Why we win against larger SIs and product vendors.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Pre-built Industry 4.0 Accelerator: 40+ reusable adapters, 60% faster integration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Dedicated OT Engineering Team (in-house): no subcontracting of shop-floor work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Automotive Domain Depth: avg 12 yrs experience per senior consultant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South India Manufacturing Expertise: Tamil Nadu, Kerala, Karnataka delivery presence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Fixed-Price Phase 1 Commitment: de-risks early investment for the client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Proven Scale: 85+ manufacturing clients, 200+ plant-level deployments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Client References (Anonymised)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Track record across Tier-1 automotive, FMCG, steel, and specialty chemicals.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Automotive OEM (Pune): Smart factory — 22% OEE improvement, ₹12 Cr savings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Steel Plant (Jamshedpur): Energy optimisation — 18% cost reduction, ₹8 Cr saved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FMCG Bottling (Chennai): Predictive maintenance — 40% downtime reduction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TN Auto Cluster: Quality platform — 25% defect reduction across 5 suppliers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Mid-Market Mfg (Coimbatore): End-to-end transformation — ₹150 Cr programme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Technology Partnerships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Certified and preferred partner status with leading technology providers.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Microsoft Azure: Gold Manufacturing Partner  |  3,200+ certifications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SAP: Platinum Partner for ME / S/4HANA Manufacturing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Siemens: Approved System Integrator for MindSphere &amp; Opcenter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PTC: ThingWorx and Windchill implementation partner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NVIDIA: Edge AI partner for predictive maintenance and vision applications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Rockwell Automation: FactoryTalk integration partner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Our South India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Dedicated manufacturing practice covering Tamil Nadu, Kerala, Andhra Pradesh, Karnataka.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300+ consultants based in South India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Chennai CoE: IoT, MES, SAP for manufacturing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Coimbatore hub: Precision engineering &amp; auto components sector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Kochi presence: Process industry and Kerala industrial corridor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Completed 45+ engagements in South India manufacturing since 2015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Local hiring &amp; training: 60% of team from South Indian engineering colleges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Engagement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Flexible commercial structures to match client appetite and risk tolerance.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Fixed-Price Pilot: Quick wins in 90 days, fully scoped and costed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Phased T&amp;M: Flexibility for complex transformations with monthly governance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Outcome-Based: Shared gain models tied to OEE, energy, or quality KPIs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Managed Services: Post-go-live AMS with SLA-backed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Staff Augmentation: Senior OT/IT consultants on-site or hybrid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</a:rPr>
              <a:t>Contact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Ready to start the conversation?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Request an Industry 4.0 Maturity Assessment (complimentary, 2-week engagement)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Review our case study library at [internal portal]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Schedule a workshop: 'What does Industry 4.0 mean for your plants?'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  •  Contact: South India Practice Head — industry4.south@company.in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