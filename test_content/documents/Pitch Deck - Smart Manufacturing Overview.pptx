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SMART MANUFACTURING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</a:rPr>
              <a:t>Smart Manufacturing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What Is Smart Manufacturing?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Smart Manufacturing is the convergence of OT (Operational Technology) and IT (Information Technology) to create self-optimising, data-driven factory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Real-time visibility from machine to boardroom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Predictive instead of reactive maintenance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Closed-loop quality control driven by data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Flexible, demand-driven production scheduling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Continuous improvement embedded in digital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Smart Manufacturing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 layered architecture connects every asset to business insight.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Layer 1 — Sense: IoT sensors, vision cameras, RFID, edge gateways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Layer 2 — Connect: Industrial protocols (OPC-UA, MQTT), secure OT networking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Layer 3 — Analyse: Historian, time-series DB, ML platform, rule engines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Layer 4 — Act: MES, ERP, advanced planning, operator advisory systems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Layer 5 — Optimise: Digital twins, autonomous adjustments, continuous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Our Smart Manufacturing Offerings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Tailored solutions across the smart factory stack.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Connected Factory Foundation: IoT connectivity, edge infrastructure, data lake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Real-Time OEE &amp; Production Monitoring: live dashboards, shift reporting, loss analysis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Predictive Quality: ML models for defect detection, SPC automation, supplier quality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Predictive Maintenance: vibration, thermal, ML-based failure prediction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Smart Energy Management: sub-metering, peak management, carbon monitoring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Integrated Planning: MES-ERP integration, demand-driven scheduling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Case Study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Delivered outcomes across automotive, FMCG, steel, and process industries.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Automotive OEM (Pune, 2023): Smart factory → 22% OEE improvement, ₹12 Cr savings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FMCG Bottling (Chennai, 2023): Predictive maintenance → 40% unplanned downtime reduction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Steel Plant (Jamshedpur, 2022): Energy monitoring → 18% energy cost reduction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TN Auto Cluster (2023): Quality platform → 25% defect reduction, 12 plants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Mid-Market Mfg (Coimbatore, 2023): Full transformation → ₹150 Cr programme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Why Our Clients Choose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Differentiation that matters at the factory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Pre-built accelerators: 40% faster deployment vs custom approaches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OT expertise in-house: no subcontracting of the critical shop-floor layer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Outcome-based models: we share the risk on measurable improvements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South India presence: on-site support within hours, not days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Post-go-live continuity: same team stays through hypercare and 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Delivery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Proven phased methodology that minimises risk and accelerates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Week 1–4: Discovery &amp; baseline — assess plants, map data sources, agree KPIs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Week 5–12: Pilot — deploy on 1 line or 1 plant, prove value, tune models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Month 4–12: Scale — roll out across all plants with learnings from pilot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Month 12+: Optimise — advanced analytics, digital twin, autonomous features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Throughout: Change management, training, and hypercare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Start with a Smart Manufacturing Readiness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2-week assessment: evaluate connectivity, data, process, and workforce readiness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Output: maturity scorecard, prioritised roadmap, ROI estimate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No commitment required — assessment stands alone as a deliverable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Typical assessment team: 2 senior consultants, 1 domain architect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Contact: smartmfg@company.in  |  South India: +91 44 XXXX 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